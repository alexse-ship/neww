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21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24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187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78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515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6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85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19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379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166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5161C-ED9A-42F4-9B16-BC74CB239676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DCEB8-8437-4599-BF5C-D2D3E39FC4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944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26720" y="931990"/>
            <a:ext cx="5946648" cy="4078922"/>
          </a:xfrm>
        </p:spPr>
        <p:txBody>
          <a:bodyPr>
            <a:normAutofit/>
          </a:bodyPr>
          <a:lstStyle/>
          <a:p>
            <a:r>
              <a:rPr lang="ru-RU" dirty="0" err="1"/>
              <a:t>Майбутнє</a:t>
            </a:r>
            <a:r>
              <a:rPr lang="ru-RU" dirty="0"/>
              <a:t> штучного </a:t>
            </a:r>
            <a:r>
              <a:rPr lang="ru-RU" dirty="0" err="1"/>
              <a:t>інтелекту</a:t>
            </a:r>
            <a:r>
              <a:rPr lang="ru-RU" dirty="0"/>
              <a:t> </a:t>
            </a:r>
            <a:r>
              <a:rPr lang="ru-RU" dirty="0" err="1"/>
              <a:t>вже</a:t>
            </a:r>
            <a:r>
              <a:rPr lang="ru-RU" dirty="0"/>
              <a:t> не </a:t>
            </a:r>
            <a:r>
              <a:rPr lang="ru-RU" dirty="0" err="1"/>
              <a:t>виглядає</a:t>
            </a:r>
            <a:r>
              <a:rPr lang="ru-RU" dirty="0"/>
              <a:t> як фантастика — </a:t>
            </a:r>
            <a:r>
              <a:rPr lang="ru-RU" dirty="0" err="1"/>
              <a:t>воно</a:t>
            </a:r>
            <a:r>
              <a:rPr lang="ru-RU" dirty="0"/>
              <a:t> </a:t>
            </a:r>
            <a:r>
              <a:rPr lang="ru-RU" dirty="0" err="1"/>
              <a:t>поступово</a:t>
            </a:r>
            <a:r>
              <a:rPr lang="ru-RU" dirty="0"/>
              <a:t>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ru-RU" dirty="0" err="1"/>
              <a:t>частиною</a:t>
            </a:r>
            <a:r>
              <a:rPr lang="ru-RU" dirty="0"/>
              <a:t> </a:t>
            </a:r>
            <a:r>
              <a:rPr lang="ru-RU" dirty="0" err="1"/>
              <a:t>нашої</a:t>
            </a:r>
            <a:r>
              <a:rPr lang="ru-RU" dirty="0"/>
              <a:t> </a:t>
            </a:r>
            <a:r>
              <a:rPr lang="ru-RU" dirty="0" err="1"/>
              <a:t>реальності</a:t>
            </a:r>
            <a:r>
              <a:rPr lang="ru-RU" dirty="0"/>
              <a:t>. </a:t>
            </a:r>
            <a:r>
              <a:rPr lang="ru-RU" dirty="0" err="1"/>
              <a:t>Системи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сьогодні</a:t>
            </a:r>
            <a:r>
              <a:rPr lang="ru-RU" dirty="0"/>
              <a:t> </a:t>
            </a:r>
            <a:r>
              <a:rPr lang="ru-RU" dirty="0" err="1"/>
              <a:t>допомагають</a:t>
            </a:r>
            <a:r>
              <a:rPr lang="ru-RU" dirty="0"/>
              <a:t> </a:t>
            </a:r>
            <a:r>
              <a:rPr lang="ru-RU" dirty="0" err="1"/>
              <a:t>писати</a:t>
            </a:r>
            <a:r>
              <a:rPr lang="ru-RU" dirty="0"/>
              <a:t> </a:t>
            </a:r>
            <a:r>
              <a:rPr lang="ru-RU" dirty="0" err="1"/>
              <a:t>тексти</a:t>
            </a:r>
            <a:r>
              <a:rPr lang="ru-RU" dirty="0"/>
              <a:t>, </a:t>
            </a:r>
            <a:r>
              <a:rPr lang="ru-RU" dirty="0" err="1"/>
              <a:t>аналізувати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керувати</a:t>
            </a:r>
            <a:r>
              <a:rPr lang="ru-RU" dirty="0"/>
              <a:t> </a:t>
            </a:r>
            <a:r>
              <a:rPr lang="ru-RU" dirty="0" err="1"/>
              <a:t>виробництвом</a:t>
            </a:r>
            <a:r>
              <a:rPr lang="ru-RU" dirty="0"/>
              <a:t>, у </a:t>
            </a:r>
            <a:r>
              <a:rPr lang="ru-RU" dirty="0" err="1"/>
              <a:t>найближчі</a:t>
            </a:r>
            <a:r>
              <a:rPr lang="ru-RU" dirty="0"/>
              <a:t> роки </a:t>
            </a:r>
            <a:r>
              <a:rPr lang="ru-RU" dirty="0" err="1"/>
              <a:t>стануть</a:t>
            </a:r>
            <a:r>
              <a:rPr lang="ru-RU" dirty="0"/>
              <a:t> </a:t>
            </a:r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розумнішими</a:t>
            </a:r>
            <a:r>
              <a:rPr lang="ru-RU" dirty="0"/>
              <a:t> та </a:t>
            </a:r>
            <a:r>
              <a:rPr lang="ru-RU" dirty="0" err="1"/>
              <a:t>доступнішими</a:t>
            </a:r>
            <a:r>
              <a:rPr lang="ru-RU" dirty="0"/>
              <a:t>. ШІ </a:t>
            </a:r>
            <a:r>
              <a:rPr lang="ru-RU" dirty="0" err="1"/>
              <a:t>інтегрується</a:t>
            </a:r>
            <a:r>
              <a:rPr lang="ru-RU" dirty="0"/>
              <a:t> в </a:t>
            </a:r>
            <a:r>
              <a:rPr lang="ru-RU" dirty="0" err="1"/>
              <a:t>повсякденне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: </a:t>
            </a:r>
            <a:r>
              <a:rPr lang="ru-RU" dirty="0" err="1"/>
              <a:t>від</a:t>
            </a:r>
            <a:r>
              <a:rPr lang="ru-RU" dirty="0"/>
              <a:t> «</a:t>
            </a:r>
            <a:r>
              <a:rPr lang="ru-RU" dirty="0" err="1"/>
              <a:t>розумних</a:t>
            </a:r>
            <a:r>
              <a:rPr lang="ru-RU" dirty="0"/>
              <a:t>» </a:t>
            </a:r>
            <a:r>
              <a:rPr lang="ru-RU" dirty="0" err="1"/>
              <a:t>будинків</a:t>
            </a:r>
            <a:r>
              <a:rPr lang="ru-RU" dirty="0"/>
              <a:t> і транспорту до </a:t>
            </a:r>
            <a:r>
              <a:rPr lang="ru-RU" dirty="0" err="1"/>
              <a:t>персональних</a:t>
            </a:r>
            <a:r>
              <a:rPr lang="ru-RU" dirty="0"/>
              <a:t> </a:t>
            </a:r>
            <a:r>
              <a:rPr lang="ru-RU" dirty="0" err="1"/>
              <a:t>цифрових</a:t>
            </a:r>
            <a:r>
              <a:rPr lang="ru-RU" dirty="0"/>
              <a:t> </a:t>
            </a:r>
            <a:r>
              <a:rPr lang="ru-RU" dirty="0" err="1"/>
              <a:t>помічників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знатимуть</a:t>
            </a:r>
            <a:r>
              <a:rPr lang="ru-RU" dirty="0"/>
              <a:t> </a:t>
            </a:r>
            <a:r>
              <a:rPr lang="ru-RU" dirty="0" err="1"/>
              <a:t>наші</a:t>
            </a:r>
            <a:r>
              <a:rPr lang="ru-RU" dirty="0"/>
              <a:t> потреби </a:t>
            </a:r>
            <a:r>
              <a:rPr lang="ru-RU" dirty="0" err="1"/>
              <a:t>краще</a:t>
            </a:r>
            <a:r>
              <a:rPr lang="ru-RU" dirty="0"/>
              <a:t>, </a:t>
            </a:r>
            <a:r>
              <a:rPr lang="ru-RU" dirty="0" err="1"/>
              <a:t>ніж</a:t>
            </a:r>
            <a:r>
              <a:rPr lang="ru-RU" dirty="0"/>
              <a:t> будь-коли </a:t>
            </a:r>
            <a:r>
              <a:rPr lang="ru-RU" dirty="0" err="1"/>
              <a:t>раніше</a:t>
            </a:r>
            <a:r>
              <a:rPr lang="ru-RU" dirty="0"/>
              <a:t>.</a:t>
            </a:r>
          </a:p>
        </p:txBody>
      </p:sp>
      <p:pic>
        <p:nvPicPr>
          <p:cNvPr id="9" name="Picture 8" descr="ШІ стає інструментом для розробки вірусів – експерт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384" y="704088"/>
            <a:ext cx="5135880" cy="4773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34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91732" y="1664208"/>
            <a:ext cx="3932237" cy="3811588"/>
          </a:xfrm>
        </p:spPr>
        <p:txBody>
          <a:bodyPr>
            <a:normAutofit/>
          </a:bodyPr>
          <a:lstStyle/>
          <a:p>
            <a:r>
              <a:rPr lang="ru-RU" sz="2400" dirty="0"/>
              <a:t>Разом </a:t>
            </a:r>
            <a:r>
              <a:rPr lang="ru-RU" sz="2400" dirty="0" err="1"/>
              <a:t>із</a:t>
            </a:r>
            <a:r>
              <a:rPr lang="ru-RU" sz="2400" dirty="0"/>
              <a:t> </a:t>
            </a:r>
            <a:r>
              <a:rPr lang="ru-RU" sz="2400" dirty="0" err="1"/>
              <a:t>новими</a:t>
            </a:r>
            <a:r>
              <a:rPr lang="ru-RU" sz="2400" dirty="0"/>
              <a:t> </a:t>
            </a:r>
            <a:r>
              <a:rPr lang="ru-RU" sz="2400" dirty="0" err="1"/>
              <a:t>можливостями</a:t>
            </a:r>
            <a:r>
              <a:rPr lang="ru-RU" sz="2400" dirty="0"/>
              <a:t> </a:t>
            </a:r>
            <a:r>
              <a:rPr lang="ru-RU" sz="2400" dirty="0" err="1"/>
              <a:t>зростатиме</a:t>
            </a:r>
            <a:r>
              <a:rPr lang="ru-RU" sz="2400" dirty="0"/>
              <a:t> й </a:t>
            </a:r>
            <a:r>
              <a:rPr lang="ru-RU" sz="2400" dirty="0" err="1"/>
              <a:t>відповідальність</a:t>
            </a:r>
            <a:r>
              <a:rPr lang="ru-RU" sz="2400" dirty="0"/>
              <a:t>. </a:t>
            </a:r>
            <a:r>
              <a:rPr lang="ru-RU" sz="2400" dirty="0" err="1"/>
              <a:t>Питання</a:t>
            </a:r>
            <a:r>
              <a:rPr lang="ru-RU" sz="2400" dirty="0"/>
              <a:t> </a:t>
            </a:r>
            <a:r>
              <a:rPr lang="ru-RU" sz="2400" dirty="0" err="1"/>
              <a:t>безпеки</a:t>
            </a:r>
            <a:r>
              <a:rPr lang="ru-RU" sz="2400" dirty="0"/>
              <a:t>, </a:t>
            </a:r>
            <a:r>
              <a:rPr lang="ru-RU" sz="2400" dirty="0" err="1"/>
              <a:t>етики</a:t>
            </a:r>
            <a:r>
              <a:rPr lang="ru-RU" sz="2400" dirty="0"/>
              <a:t>, </a:t>
            </a:r>
            <a:r>
              <a:rPr lang="ru-RU" sz="2400" dirty="0" err="1"/>
              <a:t>захисту</a:t>
            </a:r>
            <a:r>
              <a:rPr lang="ru-RU" sz="2400" dirty="0"/>
              <a:t> </a:t>
            </a:r>
            <a:r>
              <a:rPr lang="ru-RU" sz="2400" dirty="0" err="1"/>
              <a:t>даних</a:t>
            </a:r>
            <a:r>
              <a:rPr lang="ru-RU" sz="2400" dirty="0"/>
              <a:t> та </a:t>
            </a:r>
            <a:r>
              <a:rPr lang="ru-RU" sz="2400" dirty="0" err="1"/>
              <a:t>впливу</a:t>
            </a:r>
            <a:r>
              <a:rPr lang="ru-RU" sz="2400" dirty="0"/>
              <a:t> на </a:t>
            </a:r>
            <a:r>
              <a:rPr lang="ru-RU" sz="2400" dirty="0" err="1"/>
              <a:t>ринок</a:t>
            </a:r>
            <a:r>
              <a:rPr lang="ru-RU" sz="2400" dirty="0"/>
              <a:t> </a:t>
            </a:r>
            <a:r>
              <a:rPr lang="ru-RU" sz="2400" dirty="0" err="1"/>
              <a:t>праці</a:t>
            </a:r>
            <a:r>
              <a:rPr lang="ru-RU" sz="2400" dirty="0"/>
              <a:t> </a:t>
            </a:r>
            <a:r>
              <a:rPr lang="ru-RU" sz="2400" dirty="0" err="1"/>
              <a:t>стануть</a:t>
            </a:r>
            <a:r>
              <a:rPr lang="ru-RU" sz="2400" dirty="0"/>
              <a:t> </a:t>
            </a:r>
            <a:r>
              <a:rPr lang="ru-RU" sz="2400" dirty="0" err="1"/>
              <a:t>ключовими</a:t>
            </a:r>
            <a:r>
              <a:rPr lang="ru-RU" sz="2400" dirty="0"/>
              <a:t>. </a:t>
            </a:r>
            <a:r>
              <a:rPr lang="ru-RU" sz="2400" dirty="0" err="1"/>
              <a:t>Суспільству</a:t>
            </a:r>
            <a:r>
              <a:rPr lang="ru-RU" sz="2400" dirty="0"/>
              <a:t> </a:t>
            </a:r>
            <a:r>
              <a:rPr lang="ru-RU" sz="2400" dirty="0" err="1"/>
              <a:t>доведеться</a:t>
            </a:r>
            <a:r>
              <a:rPr lang="ru-RU" sz="2400" dirty="0"/>
              <a:t> </a:t>
            </a:r>
            <a:r>
              <a:rPr lang="ru-RU" sz="2400" dirty="0" err="1"/>
              <a:t>навчитися</a:t>
            </a:r>
            <a:r>
              <a:rPr lang="ru-RU" sz="2400" dirty="0"/>
              <a:t> </a:t>
            </a:r>
            <a:r>
              <a:rPr lang="ru-RU" sz="2400" dirty="0" err="1"/>
              <a:t>керувати</a:t>
            </a:r>
            <a:r>
              <a:rPr lang="ru-RU" sz="2400" dirty="0"/>
              <a:t> </a:t>
            </a:r>
            <a:r>
              <a:rPr lang="ru-RU" sz="2400" dirty="0" err="1"/>
              <a:t>цими</a:t>
            </a:r>
            <a:r>
              <a:rPr lang="ru-RU" sz="2400" dirty="0"/>
              <a:t> </a:t>
            </a:r>
            <a:r>
              <a:rPr lang="ru-RU" sz="2400" dirty="0" err="1"/>
              <a:t>технологіями</a:t>
            </a:r>
            <a:r>
              <a:rPr lang="ru-RU" sz="2400" dirty="0"/>
              <a:t> так, </a:t>
            </a:r>
            <a:r>
              <a:rPr lang="ru-RU" sz="2400" dirty="0" err="1"/>
              <a:t>щоб</a:t>
            </a:r>
            <a:r>
              <a:rPr lang="ru-RU" sz="2400" dirty="0"/>
              <a:t> вони служили </a:t>
            </a:r>
            <a:r>
              <a:rPr lang="ru-RU" sz="2400" dirty="0" err="1"/>
              <a:t>людині</a:t>
            </a:r>
            <a:r>
              <a:rPr lang="ru-RU" sz="2400" dirty="0"/>
              <a:t>, а не </a:t>
            </a:r>
            <a:r>
              <a:rPr lang="ru-RU" sz="2400" dirty="0" err="1"/>
              <a:t>навпаки</a:t>
            </a:r>
            <a:r>
              <a:rPr lang="ru-RU" sz="2400" dirty="0"/>
              <a:t>.</a:t>
            </a:r>
          </a:p>
        </p:txBody>
      </p:sp>
      <p:pic>
        <p:nvPicPr>
          <p:cNvPr id="2050" name="Picture 2" descr="Завдяки ШІ почуваюся щасливішим!»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327" y="821436"/>
            <a:ext cx="5848350" cy="5167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637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21500" y="1325880"/>
            <a:ext cx="3932237" cy="3811588"/>
          </a:xfrm>
        </p:spPr>
        <p:txBody>
          <a:bodyPr>
            <a:noAutofit/>
          </a:bodyPr>
          <a:lstStyle/>
          <a:p>
            <a:r>
              <a:rPr lang="ru-RU" sz="2400" dirty="0" err="1"/>
              <a:t>Водночас</a:t>
            </a:r>
            <a:r>
              <a:rPr lang="ru-RU" sz="2400" dirty="0"/>
              <a:t> </a:t>
            </a:r>
            <a:r>
              <a:rPr lang="ru-RU" sz="2400" dirty="0" err="1"/>
              <a:t>майбутнє</a:t>
            </a:r>
            <a:r>
              <a:rPr lang="ru-RU" sz="2400" dirty="0"/>
              <a:t> ШІ </a:t>
            </a:r>
            <a:r>
              <a:rPr lang="ru-RU" sz="2400" dirty="0" err="1"/>
              <a:t>вимагатиме</a:t>
            </a:r>
            <a:r>
              <a:rPr lang="ru-RU" sz="2400" dirty="0"/>
              <a:t> </a:t>
            </a:r>
            <a:r>
              <a:rPr lang="ru-RU" sz="2400" dirty="0" err="1"/>
              <a:t>нової</a:t>
            </a:r>
            <a:r>
              <a:rPr lang="ru-RU" sz="2400" dirty="0"/>
              <a:t> </a:t>
            </a:r>
            <a:r>
              <a:rPr lang="ru-RU" sz="2400" dirty="0" err="1"/>
              <a:t>культури</a:t>
            </a:r>
            <a:r>
              <a:rPr lang="ru-RU" sz="2400" dirty="0"/>
              <a:t> </a:t>
            </a:r>
            <a:r>
              <a:rPr lang="ru-RU" sz="2400" dirty="0" err="1"/>
              <a:t>взаємодії</a:t>
            </a:r>
            <a:r>
              <a:rPr lang="ru-RU" sz="2400" dirty="0"/>
              <a:t> </a:t>
            </a:r>
            <a:r>
              <a:rPr lang="ru-RU" sz="2400" dirty="0" err="1"/>
              <a:t>між</a:t>
            </a:r>
            <a:r>
              <a:rPr lang="ru-RU" sz="2400" dirty="0"/>
              <a:t> </a:t>
            </a:r>
            <a:r>
              <a:rPr lang="ru-RU" sz="2400" dirty="0" err="1"/>
              <a:t>людиною</a:t>
            </a:r>
            <a:r>
              <a:rPr lang="ru-RU" sz="2400" dirty="0"/>
              <a:t> і </a:t>
            </a:r>
            <a:r>
              <a:rPr lang="ru-RU" sz="2400" dirty="0" err="1"/>
              <a:t>технологіями</a:t>
            </a:r>
            <a:r>
              <a:rPr lang="ru-RU" sz="2400" dirty="0"/>
              <a:t>. </a:t>
            </a:r>
            <a:r>
              <a:rPr lang="ru-RU" sz="2400" dirty="0" err="1"/>
              <a:t>Важливими</a:t>
            </a:r>
            <a:r>
              <a:rPr lang="ru-RU" sz="2400" dirty="0"/>
              <a:t> </a:t>
            </a:r>
            <a:r>
              <a:rPr lang="ru-RU" sz="2400" dirty="0" err="1"/>
              <a:t>стануть</a:t>
            </a:r>
            <a:r>
              <a:rPr lang="ru-RU" sz="2400" dirty="0"/>
              <a:t> </a:t>
            </a:r>
            <a:r>
              <a:rPr lang="ru-RU" sz="2400" dirty="0" err="1"/>
              <a:t>цифрова</a:t>
            </a:r>
            <a:r>
              <a:rPr lang="ru-RU" sz="2400" dirty="0"/>
              <a:t> </a:t>
            </a:r>
            <a:r>
              <a:rPr lang="ru-RU" sz="2400" dirty="0" err="1"/>
              <a:t>грамотність</a:t>
            </a:r>
            <a:r>
              <a:rPr lang="ru-RU" sz="2400" dirty="0"/>
              <a:t>, </a:t>
            </a:r>
            <a:r>
              <a:rPr lang="ru-RU" sz="2400" dirty="0" err="1"/>
              <a:t>критичне</a:t>
            </a:r>
            <a:r>
              <a:rPr lang="ru-RU" sz="2400" dirty="0"/>
              <a:t> </a:t>
            </a:r>
            <a:r>
              <a:rPr lang="ru-RU" sz="2400" dirty="0" err="1"/>
              <a:t>мислення</a:t>
            </a:r>
            <a:r>
              <a:rPr lang="ru-RU" sz="2400" dirty="0"/>
              <a:t> та </a:t>
            </a:r>
            <a:r>
              <a:rPr lang="ru-RU" sz="2400" dirty="0" err="1"/>
              <a:t>розуміння</a:t>
            </a:r>
            <a:r>
              <a:rPr lang="ru-RU" sz="2400" dirty="0"/>
              <a:t> </a:t>
            </a:r>
            <a:r>
              <a:rPr lang="ru-RU" sz="2400" dirty="0" err="1"/>
              <a:t>принципів</a:t>
            </a:r>
            <a:r>
              <a:rPr lang="ru-RU" sz="2400" dirty="0"/>
              <a:t> </a:t>
            </a:r>
            <a:r>
              <a:rPr lang="ru-RU" sz="2400" dirty="0" err="1"/>
              <a:t>роботи</a:t>
            </a:r>
            <a:r>
              <a:rPr lang="ru-RU" sz="2400" dirty="0"/>
              <a:t> </a:t>
            </a:r>
            <a:r>
              <a:rPr lang="ru-RU" sz="2400" dirty="0" err="1"/>
              <a:t>алгоритмів</a:t>
            </a:r>
            <a:r>
              <a:rPr lang="ru-RU" sz="2400" dirty="0"/>
              <a:t>. Люди </a:t>
            </a:r>
            <a:r>
              <a:rPr lang="ru-RU" sz="2400" dirty="0" err="1"/>
              <a:t>повинні</a:t>
            </a:r>
            <a:r>
              <a:rPr lang="ru-RU" sz="2400" dirty="0"/>
              <a:t> </a:t>
            </a:r>
            <a:r>
              <a:rPr lang="ru-RU" sz="2400" dirty="0" err="1"/>
              <a:t>залишатися</a:t>
            </a:r>
            <a:r>
              <a:rPr lang="ru-RU" sz="2400" dirty="0"/>
              <a:t> </a:t>
            </a:r>
            <a:r>
              <a:rPr lang="ru-RU" sz="2400" dirty="0" err="1"/>
              <a:t>головними</a:t>
            </a:r>
            <a:r>
              <a:rPr lang="ru-RU" sz="2400" dirty="0"/>
              <a:t> </a:t>
            </a:r>
            <a:r>
              <a:rPr lang="ru-RU" sz="2400" dirty="0" err="1"/>
              <a:t>творцями</a:t>
            </a:r>
            <a:r>
              <a:rPr lang="ru-RU" sz="2400" dirty="0"/>
              <a:t> й контролерами </a:t>
            </a:r>
            <a:r>
              <a:rPr lang="ru-RU" sz="2400" dirty="0" err="1"/>
              <a:t>цих</a:t>
            </a:r>
            <a:r>
              <a:rPr lang="ru-RU" sz="2400" dirty="0"/>
              <a:t> систем.</a:t>
            </a:r>
          </a:p>
        </p:txBody>
      </p:sp>
      <p:pic>
        <p:nvPicPr>
          <p:cNvPr id="3074" name="Picture 2" descr="OpenAI виділить $1 млн на дослідження моралі штучного інтелекту - Fintech  Insid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568" y="749807"/>
            <a:ext cx="7253986" cy="508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083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142</Words>
  <Application>Microsoft Office PowerPoint</Application>
  <PresentationFormat>Широкоэкранный</PresentationFormat>
  <Paragraphs>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Asus</dc:creator>
  <cp:lastModifiedBy>Asus</cp:lastModifiedBy>
  <cp:revision>1</cp:revision>
  <dcterms:created xsi:type="dcterms:W3CDTF">2026-02-20T23:07:16Z</dcterms:created>
  <dcterms:modified xsi:type="dcterms:W3CDTF">2026-02-20T23:13:47Z</dcterms:modified>
</cp:coreProperties>
</file>